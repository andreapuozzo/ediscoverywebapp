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embeddings/oleObject1.docx" ContentType="application/vnd.openxmlformats-officedocument.wordprocessingml.document"/>
  <Override PartName="/ppt/media/image1.emf" ContentType="image/x-emf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A16131-FC79-488B-97B5-6849808597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81ACF1-BB52-4FB2-858E-C4958BC3E6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796309-3E63-425E-BD6F-1A53EA00EB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9FF085-4E31-41AE-B9BD-31344E69F0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BB3AD-5F5F-4B43-9BE3-D17ECB8857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ubTitle"/>
          </p:nvPr>
        </p:nvSpPr>
        <p:spPr>
          <a:xfrm>
            <a:off x="1620000" y="216000"/>
            <a:ext cx="8100000" cy="434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01E2E7-3FDF-45C9-A07C-3D0C735984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1620000" y="308556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8753B8-F8D6-4D76-AD03-E647E486F9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5770440" y="308556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6F425F-4029-40E5-B631-8726DDD0C6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1620000" y="308556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AF751-6BC8-4050-A690-168C98B735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1620000" y="308556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2A8719-406B-4B77-B32D-99DE2030AD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5770440" y="136800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1620000" y="308556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5770440" y="3085560"/>
            <a:ext cx="39524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C94C88-F887-4B47-8391-960D535D79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358520" y="136800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7097400" y="136800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1620000" y="308556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/>
          </p:nvPr>
        </p:nvSpPr>
        <p:spPr>
          <a:xfrm>
            <a:off x="4358520" y="308556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/>
          </p:nvPr>
        </p:nvSpPr>
        <p:spPr>
          <a:xfrm>
            <a:off x="7097400" y="3085560"/>
            <a:ext cx="26078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5BC2C9-F257-424F-8A97-487F5DB52E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Fai clic per modificare il formato del testo del titolo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Fai clic per modificare il formato del testo della struttura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100" spc="-1" strike="noStrike">
                <a:solidFill>
                  <a:srgbClr val="050505"/>
                </a:solidFill>
                <a:latin typeface="Arial"/>
              </a:rPr>
              <a:t>Secondo livello struttura</a:t>
            </a:r>
            <a:endParaRPr b="0" lang="it-IT" sz="2100" spc="-1" strike="noStrike">
              <a:solidFill>
                <a:srgbClr val="050505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50505"/>
                </a:solidFill>
                <a:latin typeface="Arial"/>
              </a:rPr>
              <a:t>Terzo livello struttura</a:t>
            </a:r>
            <a:endParaRPr b="0" lang="it-IT" sz="1800" spc="-1" strike="noStrike">
              <a:solidFill>
                <a:srgbClr val="050505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1500" spc="-1" strike="noStrike">
                <a:solidFill>
                  <a:srgbClr val="050505"/>
                </a:solidFill>
                <a:latin typeface="Arial"/>
              </a:rPr>
              <a:t>Quarto livello struttura</a:t>
            </a:r>
            <a:endParaRPr b="0" lang="it-IT" sz="1500" spc="-1" strike="noStrike">
              <a:solidFill>
                <a:srgbClr val="050505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1500" spc="-1" strike="noStrike">
                <a:solidFill>
                  <a:srgbClr val="050505"/>
                </a:solidFill>
                <a:latin typeface="Arial"/>
              </a:rPr>
              <a:t>Quinto livello struttura</a:t>
            </a:r>
            <a:endParaRPr b="0" lang="it-IT" sz="1500" spc="-1" strike="noStrike">
              <a:solidFill>
                <a:srgbClr val="050505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1500" spc="-1" strike="noStrike">
                <a:solidFill>
                  <a:srgbClr val="050505"/>
                </a:solidFill>
                <a:latin typeface="Arial"/>
              </a:rPr>
              <a:t>Sesto livello struttura</a:t>
            </a:r>
            <a:endParaRPr b="0" lang="it-IT" sz="1500" spc="-1" strike="noStrike">
              <a:solidFill>
                <a:srgbClr val="050505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1500" spc="-1" strike="noStrike">
                <a:solidFill>
                  <a:srgbClr val="050505"/>
                </a:solidFill>
                <a:latin typeface="Arial"/>
              </a:rPr>
              <a:t>Settimo livello struttura</a:t>
            </a:r>
            <a:endParaRPr b="0" lang="it-IT" sz="15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Arial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13FB956A-5D75-4318-8972-70FCB6715ABE}" type="slidenum">
              <a:rPr b="0" lang="it-IT" sz="1400" spc="-1" strike="noStrike">
                <a:solidFill>
                  <a:srgbClr val="000000"/>
                </a:solidFill>
                <a:latin typeface="Arial"/>
              </a:rPr>
              <a:t>&lt;numero&gt;</a:t>
            </a:fld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iucew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3200" spc="-1" strike="noStrike">
                <a:solidFill>
                  <a:srgbClr val="000000"/>
                </a:solidFill>
                <a:latin typeface="Times New Roman"/>
              </a:rPr>
              <a:t>Coiewqncionew</a:t>
            </a:r>
            <a:endParaRPr b="0" lang="it-IT" sz="3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Times New Roman"/>
            </a:endParaRPr>
          </a:p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6FA3FB-5A13-42F9-8D51-83D6912B5D10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Iiiciewo</a:t>
            </a: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	</a:t>
            </a: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icowncnpowbe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FCCA02-2276-4FE4-A1D3-08430921AB72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Ceknwoi</a:t>
            </a: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	</a:t>
            </a: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niucdnei</a:t>
            </a: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	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onibiubiuboi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6E362F-B685-4D66-B1B8-1C961B4D61F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oicwnoinc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Jd ioiwoincwoin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6833D4-D880-45EB-99E4-70D52C774D32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32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33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95D80-BD55-4F2C-B17D-551FF262376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36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3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FB7FC5-5A30-46F3-B4A0-3AC54211686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40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41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E6B622-4219-41E7-9382-BC3CC438A0C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44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4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3C7D9-52DF-4496-A01A-85840930AF5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48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4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2B674F-EA5C-492E-B346-5D2F8871C43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it-IT" sz="3300" spc="-1" strike="noStrike">
                <a:solidFill>
                  <a:srgbClr val="050505"/>
                </a:solidFill>
                <a:latin typeface="Times New Roman"/>
              </a:rPr>
              <a:t>oiewicnwienciu</a:t>
            </a:r>
            <a:endParaRPr b="0" lang="it-IT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50505"/>
                </a:solidFill>
                <a:latin typeface="Arial"/>
              </a:rPr>
              <a:t>oivnwiunciubewiubciuew</a:t>
            </a:r>
            <a:endParaRPr b="0" lang="it-IT" sz="2400" spc="-1" strike="noStrike">
              <a:solidFill>
                <a:srgbClr val="050505"/>
              </a:solidFill>
              <a:latin typeface="Arial"/>
            </a:endParaRPr>
          </a:p>
        </p:txBody>
      </p:sp>
      <p:graphicFrame>
        <p:nvGraphicFramePr>
          <p:cNvPr id="152" name=""/>
          <p:cNvGraphicFramePr/>
          <p:nvPr/>
        </p:nvGraphicFramePr>
        <p:xfrm>
          <a:off x="2011680" y="2311200"/>
          <a:ext cx="6119640" cy="10796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53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011680" y="2311200"/>
                    <a:ext cx="6119640" cy="1079640"/>
                  </a:xfrm>
                  <a:prstGeom prst="rect">
                    <a:avLst/>
                  </a:prstGeom>
                  <a:ln w="18000">
                    <a:noFill/>
                  </a:ln>
                </p:spPr>
              </p:pic>
            </p:oleObj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82C7DD-D82D-4639-B081-18E5F5B7E5D3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LibreOffice/7.6.4.1$Windows_X86_64 LibreOffice_project/e19e193f88cd6c0525a17fb7a176ed8e6a3e2aa1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2024-10-31T10:25:49Z</dcterms:created>
  <dc:creator/>
  <dc:description/>
  <dc:language>it-IT</dc:language>
  <cp:lastModifiedBy/>
  <dcterms:modified xsi:type="dcterms:W3CDTF">2024-10-31T10:28:43Z</dcterms:modified>
  <cp:revision>2</cp:revision>
  <dc:subject/>
  <dc:title>DNA</dc:title>
</cp:coreProperties>
</file>